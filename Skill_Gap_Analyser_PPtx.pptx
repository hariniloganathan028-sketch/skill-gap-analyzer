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Skill Gap Analyser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Presented by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Harini Loganathan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Department of AI &amp;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• Compares current skills with required skills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Identifies missing skills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Improves placement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Students often lack awareness of industry-required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• Analyze skills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Find skill gap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Recommend improvements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Improve employability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• Manual analysis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No personalized recommendations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Time consuming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• Automated skill analysis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Gap percentage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Learning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HTML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CSS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JavaScript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Node.js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Express.js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SQLite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GitHub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VS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Student → Login → Skill Input → Analysis →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Registration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Login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Dashboard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Skill Analysis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Students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Skills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Analysis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ER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Insert ER Diagram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Insert Use Case Diagram 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Insert screenshots of Home, Login, Dashboard and 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AI Recommendations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Resume Analysis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Course Suggestions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9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323232"/>
                </a:solidFill>
              </a:defRPr>
            </a:pPr>
            <a:r>
              <a:t>The project helps students identify and bridge skill gaps.</a:t>
            </a:r>
          </a:p>
          <a:p>
            <a:pPr>
              <a:defRPr sz="2200">
                <a:solidFill>
                  <a:srgbClr val="323232"/>
                </a:solidFill>
              </a:defRPr>
            </a:pP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